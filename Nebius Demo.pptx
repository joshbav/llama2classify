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Tu0ESNsmqJiQ9a1pO3IVBZujv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Nebius is on to something!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Interviewed to be K8s specialist, got approved but put onto major account that's K8s heavy. They liked my bitcoin writeup from 2012.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7000 node clusters at Verizon in 2016.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wanted to try making my own code, even though I’m not qualified to write it myself.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wanted to use ML in an interview project for an ML job, and show I have the grit to succeed.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knew it would be hard, but it was harder.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have over 100 pages of notes that document it all. These slides are incomplete.</a:t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Docker credentials in Pyxis might be expired</a:t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Might have been able to use taints for second node.</a:t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None of the training data was being used</a:t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Bookmark to notes: 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https://docs.google.com/document/d/1muFRO6TusJvAFLYeOBwaiGjZysV7PjN6pjSaf32irQo/edit?tab=t.0#bookmark=id.4smrsfm8lzow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Max_seq_length is a conventionally-named hyper-parameter that most NLP training pipelines to control how many tokens are fed into the model for each sample.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gradient is the derivative of the loss function with respect to the model’s parameters (weights and biases).It tells you how much a parameter (like a weight in a neural network) needs to change to reduce the loss. </a:t>
            </a:r>
            <a:endParaRPr/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iscuss.huggingface.co/t/llama-pad-token/48001" TargetMode="External"/><Relationship Id="rId4" Type="http://schemas.openxmlformats.org/officeDocument/2006/relationships/hyperlink" Target="https://github.com/huggingface/transformers/issues/22794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838200" y="147090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ABOUT ME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838200" y="1149056"/>
            <a:ext cx="10515600" cy="172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Happy to be here today!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Currently an account SA at AWS, for a single regulated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$[redacted]/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yr account in the financial services sector.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~4 years at AWS.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generalis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t, but focused on AI/ML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38200" y="3083700"/>
            <a:ext cx="105156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678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 startAt="5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done 4 startups, 3 succeeded.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44678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 startAt="5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Joined Mesosphere in 2016, when K8s was at v1.3, and Mesos ruled the market.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44678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 startAt="5"/>
            </a:pPr>
            <a:r>
              <a:rPr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 years in this type of role.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4678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 startAt="5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38200" y="2343656"/>
            <a:ext cx="105156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 startAt="3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is a pioneer in ML. I have sold them SageMaker and Bedrock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 startAt="3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operates multiple K8s SaaS systems.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6461" y="3877003"/>
            <a:ext cx="24511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838200" y="176940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MY TRAINING CHOICE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838200" y="1341710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TinyLlama, the IMDB dataset, and PyTorch, in a container: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838200" y="2324182"/>
            <a:ext cx="10515600" cy="4356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It would train fast. This would allow for faster iteration.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TinyLlama is not ideal for sentiment detection.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Pretrained for text generation, not classification.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 the base model would perform poorly compared to a tuned model.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If no choice but to use CPUs for inference, assumed TinyLlama had a chance.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Use GenAI to make my own training script, don’t copy/paste from others.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 far harder than I expected. Barely had enough time.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838200" y="5529398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838200" y="193785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CHALLENGES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838200" y="984798"/>
            <a:ext cx="10789508" cy="5760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Fabric ID: I assumed it was an integer.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Storage Quota: Had to reduce SSD disk size and redeploy.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Capacity Limits: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Cost me some time, wasn’t obvious, was scared to change cluster after.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“Single MK8s cluster at a time” + “Inference on same cluster as training” requirements.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Conclusion: Don’t remove GPU instances, hack K8s instead.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Stock .tfvars incorrect: Some filesystem sections not commented out when they should have been.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O11Y: Figured out on my own I should disable it. And didn’t need it as part of the demo.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VLLM configuration (inference):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Could have used init container, pulled model from object storage into an emptyDir volume.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Wanted to demonstrate K8s knowledge, so I configured it to use the shared root filesystem.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7. How to serve model on same cluster it was trained 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8. Pyxis credentials wouldn’t work with Container Registry. Used workstation docker credentials (now expired?).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9. Secrets management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Do not see a secrets service for Nebius, and this is a lab demo, so I baked secrets into the docker image.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10. Many model training problems (some shown later).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838200" y="283844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ACHIEVEMENTS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838200" y="5924904"/>
            <a:ext cx="10515600" cy="5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Success!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838200" y="1303477"/>
            <a:ext cx="10515600" cy="4621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node distributed fine tuning job utilizing Soperator.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Inference on the same K8s cluster, using GPUs.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Could have used only CPUs, but would be a bad demo.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Could not expand the GPU nodes to 3 clusters, per the assignment’s capacity limits.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Concerned about capacity issues: Don’t want to run terraform again.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 I scaled in the number of Soperator worker pods, to free up the GPU resources: kubectl patch slurmcluster soperator -n soperator --type=merge -p '{"spec":{"slurmNodes":{"worker":{"size":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}}}}'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ran the original &amp; trained model and compared the results.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differ greatly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838200" y="5529398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838200" y="329777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PROBLEM TRAINING - TOKENIZER</a:t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838199" y="1293762"/>
            <a:ext cx="10678297" cy="5218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TinyLlama is designed for next-token prediction, not sentiment analysis, so the tokenizer is not configured for training an Alpaca dataset.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Causal LLMs often don’t use pad_token during training, so it's </a:t>
            </a:r>
            <a:r>
              <a:rPr b="1" lang="en-US" sz="1800"/>
              <a:t>not set</a:t>
            </a:r>
            <a:r>
              <a:rPr lang="en-US" sz="1800"/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Hugging Face Transformers </a:t>
            </a:r>
            <a:r>
              <a:rPr b="1" lang="en-US" sz="1800"/>
              <a:t>silently </a:t>
            </a:r>
            <a:r>
              <a:rPr lang="en-US" sz="1800"/>
              <a:t>falls back to using eos_token as pad_token.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Known issue</a:t>
            </a:r>
            <a:r>
              <a:rPr lang="en-US" sz="1800"/>
              <a:t>. </a:t>
            </a:r>
            <a:r>
              <a:rPr lang="en-US" sz="1800" u="sng">
                <a:solidFill>
                  <a:schemeClr val="hlink"/>
                </a:solidFill>
                <a:hlinkClick r:id="rId4"/>
              </a:rPr>
              <a:t>GitHub</a:t>
            </a:r>
            <a:r>
              <a:rPr lang="en-US" sz="1800"/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Consumed a lot of time.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5.    smoking-gun.py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[INFO] Checking special tokens...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[problem found!] </a:t>
            </a:r>
            <a:r>
              <a:rPr b="1" lang="en-US" sz="1800"/>
              <a:t>eos_token is the same as pad_token: '&lt;/s&gt;’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[problem found!] At least two special tokens are set to the same value — fix the tokenizer config.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6.    after-smoking-gun.py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Ran locally to do as much tokenizer work as possible, to save time.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Simulates the data flow thru the loss masking logic to see if any entries end up fully masked,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	which was the cause of a problem since loss went to 0 during training.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838200" y="329777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PROBLEM TRAINING – ADAPT TO ALPACA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838200" y="1307388"/>
            <a:ext cx="11132408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Usage Pattern for SFTTrainer with Alpaca-style Data: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FORMAT: JSON with keys: instruction, input, output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TOKENIZATION: Must combine instruction/input/output into 1 string.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Had to debug, and realized multiple code changes were needed (omitted here).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Created validate-alpaca-truncation.py script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7,427 out of 40,000 entries (~18.6%) were tokenized in a way that truncated the Response: section.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breaks training with DataCollatorForCompletionOnlyLM, which depends on finding the "### Response:" marker to apply the correct loss masking.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Confirmed that: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dataset is not corrupted or malformed — no missing tags or JSON errors.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 is long inputs, causing the important "### Response:" marker to be truncated due to long instruction+input fields, and a short max_seq_length (512).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FIX: Increase seq_length, created how-many-skipped.py, it showed 3% of samples.</a:t>
            </a:r>
            <a:endParaRPr b="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38200" y="257892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PROBLEM TRAINING RUN - BAD LEARNING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838200" y="1048905"/>
            <a:ext cx="10515600" cy="3578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{'eval_loss': 0.052698660641908646, 'eval_runtime': 19.7926, 'eval_samples_per_second': 491.294, 'eval_steps_per_second': 3.84, 'epoch': 1.65}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{'loss': 0.0509, 'grad_norm': 0.2467515915632248, 'learning_rate': 0.000188, 'epoch': 1.98}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[TRUNCATED]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{'loss': 0.0328, 'grad_norm': 0.32778796553611755, 'learning_rate': 0.00018, 'epoch': 3.29}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{'eval_loss': 0.06131979450583458, 'eval_runtime': 19.2719, 'eval_samples_per_second': 504.569, 'eval_steps_per_second': 3.944, 'epoch': 3.29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[TRUNCATED]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{'eval_loss': 0.19114616513252258, 'eval_runtime': 19.6575, 'eval_samples_per_second': 494.672, 'eval_steps_per_second': 3.866, 'epoch': 31.3}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{'loss': 0.0, 'grad_norm': 0.002421917160972953, 'learning_rate': 8.000000000000001e-06, 'epoch': 31.63}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{'loss': 0.0, 'grad_norm': 0.0002729342959355563, 'learning_rate': 6e-06, 'epoch': 31.96}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{'loss': 0.0, 'grad_norm': 0.00048333630547858775, 'learning_rate': 4.000000000000001e-06, 'epoch': 32.29}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{'loss': 0.0, 'grad_norm': 0.00048417894868180156, 'learning_rate': 2.0000000000000003e-06, 'epoch': 32.62}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/>
              <a:t>{'loss': 0.0, 'grad_norm': 0.0009496337734162807, 'learning_rate': 0.0, 'epoch': 32.95}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838200" y="4705071"/>
            <a:ext cx="10515600" cy="20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 loss bottomed out early and then started increasing, a classic overfitting sign.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loss kept decreasing to nearly zero, which looks like overfitting: From loss: 0.9666 to 0.0 after epoch ~21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Gradient Norms: Fell sharply, suggesting no meaningful updates were happening for many steps.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Conclusion: The model overfit early due to small dataset.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Used early stopping. load_best_model_at_end=True, metric_for_best_model="eval_loss"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838200" y="210181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PROBLEM TRAINING RUN – FAILURE AT END</a:t>
            </a:r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838200" y="1233950"/>
            <a:ext cx="10515600" cy="149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ERROR: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INFO:__main__:Done.</a:t>
            </a:r>
            <a:endParaRPr b="0"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terminate called after throwing an instance of 'c10::DistNetworkError'</a:t>
            </a:r>
            <a:endParaRPr b="0" sz="18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  what():  </a:t>
            </a:r>
            <a:r>
              <a:rPr b="1" lang="en-US" sz="1800"/>
              <a:t>Connection reset by peer</a:t>
            </a:r>
            <a:endParaRPr b="1" sz="1800"/>
          </a:p>
        </p:txBody>
      </p:sp>
      <p:sp>
        <p:nvSpPr>
          <p:cNvPr id="146" name="Google Shape;146;p8"/>
          <p:cNvSpPr txBox="1"/>
          <p:nvPr/>
        </p:nvSpPr>
        <p:spPr>
          <a:xfrm>
            <a:off x="838200" y="2730843"/>
            <a:ext cx="10515600" cy="3576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Happened after training was done.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distributed runtime complained that one of the processes disappeared while NCCL’s heartbeat thread was still active.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Entire training run reports as failed, even though all training artifacts were written and training completed.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Suspected NCCL issue, Aaron confirmed no Infiniband problems during that time.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Enabled debug options, saw no NCCL problems. Focused on PyTorch.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“Unfortunately PyTorch sometimes keeps a heartbeat thread alive a bit too long; that thread performs one last recv() after the sockets are closed ⇒ ECONNRESET ⇒ exception ⇒ SIGABRT.”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Solution, at end of script:</a:t>
            </a:r>
            <a:endParaRPr/>
          </a:p>
          <a:p>
            <a:pPr indent="0" lvl="0" marL="0" marR="0" rtl="0" algn="l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if dist.is_available() and dist.is_initialized():</a:t>
            </a:r>
            <a:endParaRPr/>
          </a:p>
          <a:p>
            <a:pPr indent="0" lvl="0" marL="0" marR="0" rtl="0" algn="l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dist.barrier()                </a:t>
            </a:r>
            <a:endParaRPr/>
          </a:p>
          <a:p>
            <a:pPr indent="0" lvl="0" marL="0" marR="0" rtl="0" algn="l">
              <a:lnSpc>
                <a:spcPct val="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        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dist.destroy_process_group()  # fix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838200" y="224089"/>
            <a:ext cx="10515600" cy="79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FINAL TRAINING RUN – SUCCESS!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838200" y="1189750"/>
            <a:ext cx="10515600" cy="3692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{'loss': 0.3571, 'grad_norm': 0.5355804562568665, 'learning_rate': 0.00019700000000000002, 'epoch': 0.99}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{'eval_loss': 0.05637669935822487, 'eval_runtime': 19.7894, 'eval_samples_per_second': 491.374, 'eval_steps_per_second': 3.84, 'epoch': 0.99}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{'loss': 0.0471, 'grad_norm': 0.23684564232826233, 'learning_rate': 0.000194, 'epoch': 1.98}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[truncated]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{'loss': 0.0206, 'grad_norm': 0.48182952404022217, 'learning_rate': 0.00018500000000000002, 'epoch': 4.94}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{'eval_loss': 0.06724976748228073, 'eval_runtime': 19.8691, 'eval_samples_per_second': 489.402, 'eval_steps_per_second': 3.825, 'epoch': 4.94}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{'train_runtime': 1258.434, 'train_samples_per_second': 2034.274, 'train_steps_per_second': 7.946, 'train_loss': 0.09894927978515625, 'epoch': 4.94}</a:t>
            </a:r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838200" y="4962963"/>
            <a:ext cx="10515600" cy="189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is consistently learning, with the training loss dropping from ~0.36 to ~0.02 over ~5 epochs.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Gradient norms are in a reasonable, non-zero range and vary appropriately across steps. Why it’s good: Very high may indicate exploding gradients; very low may imply vanishing gradients.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 loss stayed low across epochs.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training loss is low, suggesting good training fit to the dataset.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838200" y="239163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END OF SLIDES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2025-08-04T20:56:02Z</dcterms:created>
  <dc:creator>Baverstock, Josh</dc:creator>
</cp:coreProperties>
</file>